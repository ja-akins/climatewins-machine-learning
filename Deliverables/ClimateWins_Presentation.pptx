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
(No Model)</c:v>
                  </c:pt>
                  <c:pt idx="1">
                    <c:v>KNN
Algorithm</c:v>
                  </c:pt>
                  <c:pt idx="2">
                    <c:v>Decision Tree
(Recommended)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92.2</c:v>
                </c:pt>
                <c:pt idx="2">
                  <c:v>98.2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645920" cy="16459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CLIMATEWINS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Weather Conditions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Machine Learning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forecasting favorable and dangerous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across European stations — Achievement 1 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Akingbade  ·  ClimateWins Data Science Project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3291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Rising Extremes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events across Europe have increased significantly over the past 10–20 years, threatening agriculture, infrastructure, and public safety.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54864" cy="3291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cannot plan effectively without reliable advance warning. Reactive responses to dangerous weather are costly and sometimes catastrophic.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54864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 years of daily weather data exists across 18 European stations. Machine learning can turn this historical record into forward-looking predictions.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Can machine learning reliably predict whether weather conditions will be favorable or dangerous on a given day?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Data Foundation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24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Stations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Europe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96012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024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24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96012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024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0372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54864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Measured Daily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Temperature (min, mean, max)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Global Solar Radiation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 Cover &amp; Sunshine Hours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Humidity &amp; Precipitation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Wind Speed &amp; Pressure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40690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697480"/>
            <a:ext cx="54864" cy="2103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 &amp; Quality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21868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Climate Assessment &amp;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(ECA&amp;D) — a trusted scientific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meteorological agencies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65 countries.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all 3,653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Revealed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Radiation Drives Favorable Days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radiation has the strongest relationship with favorable conditions (correlation: 0.66). High radiation means clear skies, warmth, and sun — the clearest signal of a good weather day.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54864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Humidity &amp; Cloud Cover Signal Bad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01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(−0.44) and heavy cloud cover (−0.42) are the strongest predictors of unfavorable conditions. Together they capture overcast, damp weather reliably.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54864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Dramatic Variation Across Stations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13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day rates range from 0% at Sonnblick (alpine, 3,100m) to 48.5% at Perpignan (Mediterranean). One model cannot serve all climates equally.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54864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Patterns Are Strong and Clear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913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peaks in July (~20°C at Basel) and troughs in January (~2°C) — a coherent northern hemisphere pattern that gives the model reliable seasonal signal.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Built the Prediction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31720" y="196596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0972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&amp; Clean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10 years of daily weather measurements with favorable/unfavorable labels. Verified data quality — zero gaps found.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0584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5 most predictive weather variables. Removed redundant measurements to keep the model focused and reliable.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196596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0584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0972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on the Past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19456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2000–2007 data only. Critically — we never allowed it to see future dates during training.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100584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09728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on the Future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tested on 2008–2009 — dates it had never seen. This mirrors exactly how it would work in real deployment.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245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Decision: We trained on past years and tested on future years — never mixing them. This is the only valid way to test a weather forecasting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Results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60120"/>
            <a:ext cx="3154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669280" y="960120"/>
            <a:ext cx="54864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0241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76.5%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89788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beat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'unfavorable' every day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2331720"/>
            <a:ext cx="3154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33172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395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+21.8pp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89788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improvement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do-nothing baseline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3703320"/>
            <a:ext cx="3154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3703320"/>
            <a:ext cx="54864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89788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false alarms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wrongly called 'safe' (was 45 with KNN)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validated on 2008–2009 data the model had never seen during training.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Error Type Matters More Than Accuracy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3474720"/>
          </a:xfrm>
          <a:prstGeom prst="rect">
            <a:avLst/>
          </a:prstGeom>
          <a:solidFill>
            <a:srgbClr val="FFF5F5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0690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332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  —  HIGH 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"Favorable"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conditions: Dangerous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Farmers plant crops — storm arrives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Infrastructure left unprotected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Operations proceed — staff at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48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time to respond or prepare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occurrences in test period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69080" cy="3474720"/>
          </a:xfrm>
          <a:prstGeom prst="rect">
            <a:avLst/>
          </a:prstGeom>
          <a:solidFill>
            <a:srgbClr val="F0FDF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0690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332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NEGATIVE  —  LOW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"Unfavorable"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conditions: Fine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Operations paused unnecessarily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Minor productivity loss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Staff on standby — no danger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648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Easily corrected next 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occurrences in test period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for ClimateWins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9144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Deploy the Decision Tree model at Basel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achieves 98.2% accuracy with only 8 dangerous false predictions across two years. It is interpretable, reliable, and ready for pilot deployment as a proof of concept.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54864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115568"/>
            <a:ext cx="9144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Expand to all 17 remaining stations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methodology station by station. Each station needs its own model given the dramatic differences in climate between alpine, continental, and Mediterranean locations.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4864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81528"/>
            <a:ext cx="91440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Extend the historical dataset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10-year window (2000–2009) is too short to see long-term climate trends. Incorporating the full historical record back to the 1800s will improve model robustness and reveal genuine climate change signals.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54864" cy="1783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081528"/>
            <a:ext cx="91440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Human review for borderline predictions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should inform decisions, not replace them. For high-stakes situations, predictions near the decision boundary should be reviewed by a qualified meteorologist before action is taken.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machine learning requires transparency about its limitations and risks.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69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Label Definition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'favorable' label is based on picnic weather — a human judgement. For safety-critical applications, this definition must be reviewed by domain experts before the model is trusted for high-stakes decisions.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4069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54864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81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Temporal Bias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883664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 2000–2007 data. If climate patterns shift materially — which is exactly what ClimateWins is concerned about — the model will need regular retraining on more recent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69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54864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72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Geographic Limitation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75304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validated for Basel only. Applying this model to other stations without station-specific validation risks unreliable predictions in different climate regimes.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069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54864" cy="1508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72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🧑  Human Oversight Required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75304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should replace human judgement for safety-critical decisions. Machine learning predictions are decision-support tools, not autonomous decision-makers.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can predict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European weather conditions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98.2% accuracy.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560320" cy="14630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3108960"/>
            <a:ext cx="2560320" cy="14630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Dangerous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vs KNN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3108960"/>
            <a:ext cx="2560320" cy="14630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Model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Akingbade  ·  ClimateWins Machine Learning Project  ·  Achievement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ClimateWins — Weather Prediction with Machine Learning</dc:title>
  <dc:subject>PptxGenJS Presentation</dc:subject>
  <dc:creator>Benjamin Akingbade</dc:creator>
  <cp:lastModifiedBy>Benjamin Akingbade</cp:lastModifiedBy>
  <cp:revision>1</cp:revision>
  <dcterms:created xsi:type="dcterms:W3CDTF">2026-05-20T04:41:39Z</dcterms:created>
  <dcterms:modified xsi:type="dcterms:W3CDTF">2026-05-20T04:41:39Z</dcterms:modified>
</cp:coreProperties>
</file>